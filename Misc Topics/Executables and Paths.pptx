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8" r:id="rId10"/>
    <p:sldId id="269" r:id="rId11"/>
    <p:sldId id="263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A7085-A543-8085-1544-240C54D58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7458A-EEE9-CEDC-C931-6AB829F8D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36306-7BF7-4035-47E9-00E6CCC1E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C7D91-1D65-2565-8F6A-B48AC84CD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0C386-662B-DF8A-5482-A5AAC6F0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956C0-4CFE-91BE-4B30-D211D39B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759D-0F84-ED09-24DA-C72813FE8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5861C-9345-6F47-7687-CB663CAC6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7B3D8-DDB3-531E-4B15-507DE71D6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2196B-1038-1927-157B-100D2EF4F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6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8C2E-661D-51E2-ED90-348CF28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9564-2BF9-8DCD-A28E-9381CAF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3C069-210D-286C-4C3D-4A1E6D37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C136A-C674-A923-5AF9-6FA91140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792A-A4FA-3A54-7252-A8321589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3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CE23-DF7C-6906-24C3-CF1C66F0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F6F46-A4F4-9212-D5AE-2A768FC52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5690C-1D12-A35F-F15A-E42B5D4C1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C3D2B-FE52-0014-B507-BF942CF6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45E52-0AAB-5533-9208-A90B4714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0B08A-6C74-4624-354A-9E8A77A7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68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991F-A102-D529-F5F3-F565450D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2BD4B-E36D-639B-C3EF-66780F5AD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2C8D3-6873-2A71-0439-0476204F6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79A89A-D222-0EDC-DDB7-F83FD8CF4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2DF1B-F1BF-14ED-1E9E-31E4D798C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10DD9C-5FB3-3919-F6E2-64A9C39F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FC7C1-92D4-033D-4354-DFBADC84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D3D73-AEE1-83F3-0176-B9104BAC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0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9DB6-6922-4725-43EF-F67CBC5F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AB6C9-24F0-9342-197B-A932797C8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AE1ADB-6760-2A7D-0ACD-E044128F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31D80-BC88-E12E-2DB8-87FB82DA0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1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D99483-1C3F-BD57-B2A9-1BA69103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200055-5584-24DE-2FF9-2620C7563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96618-78B7-1E1B-A287-B473D132D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7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47B77-CBF7-E8D7-1D00-495EE001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D2AE6-738E-DFA8-01F0-F009F2E0C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53BAA-7D53-AC5A-F185-836DB39B2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06637-72D4-AF03-86C9-3A2832F39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F1B3C-B6CD-72BC-69AE-405F440AA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66A25-1DBF-1DCB-2BD6-A70E9614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7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0445-879C-92E5-6B7B-8507B504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401DA1-B102-A093-18A6-B6C66A29A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29DF4-D471-475F-5358-3FAEC6BE9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EBFAD-3177-C657-702B-130BF2B5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CD079-4BC7-FC93-203B-C8405920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3BD89-486D-38B4-C773-4D05F0C9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53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7BE4-44D3-3069-4D42-00B55E7AE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484E9-7D5C-6603-355E-3CFB7EFE0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53D10-7A99-BD66-FAAA-912C5E082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AD495-463B-0021-AB85-9520825A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26A99-D7CF-3CCE-91C4-B422E04C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14E568-3BE8-6C1C-6B3B-5B491670E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A1CEF-C9D0-EDE0-FC90-0B41959D9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5381B-F05C-BEA7-483E-FB8932AE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DED9A-0109-B5EB-1DBC-E510E98E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34DDE-FDED-4949-2B3B-96D60B33C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2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31B8D3-CA1F-4ABC-EDE8-8F6B2885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6BE1D-977A-0803-690E-23FADAF72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A8AE9-7EC8-F185-B68B-BC6D04D433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160A9-B1E4-4AE8-B854-46ED2C2068C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14104-A166-C9B5-DE49-E8A7EA6809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8BC88-2275-FC35-87B1-B84951559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4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1ACD-6120-D6F0-670E-BB0ECB337F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Executables and Paths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3A6A7-B911-5528-D8B0-F857E71575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28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DFC45-7600-BC6C-5698-7B23B8ACF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Executable?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BB8F3-D0C1-D6E3-02C8-6E341B346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927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48A1C-C892-9F87-F73C-B56A4B41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run Executables?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F55B6-C98C-C64F-1038-602A3DA90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01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3B94F-656C-A0EA-4C95-DFD37F90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are executables located?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2F295-62F4-FD3E-CE1C-847E5A051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948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AA6F0-3118-5272-41B9-96DF7DD08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executables found?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36BA2A-4C6E-F8C2-05E9-4DF4AF448A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680" y="1487488"/>
            <a:ext cx="8752840" cy="492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8167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D57B2-713C-7765-DCEC-79F3EA90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PATH variable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FF26D-E8E4-A533-8193-27E34AE1A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4050EF-79C9-6E15-702E-4920E97025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User and System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CA4-4F95-AADF-4534-1975F07C2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Linux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38A67A-37C6-2FFC-5E4B-1FA460D02EF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6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56224DD-6DF5-F5D1-5AFF-9A17767A8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Inspecting the PATH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17E43E9-111D-C4CA-BF7B-6F371E16F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Windows &amp; Linux demo</a:t>
            </a:r>
          </a:p>
        </p:txBody>
      </p:sp>
    </p:spTree>
    <p:extLst>
      <p:ext uri="{BB962C8B-B14F-4D97-AF65-F5344CB8AC3E}">
        <p14:creationId xmlns:p14="http://schemas.microsoft.com/office/powerpoint/2010/main" val="3452796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658D5-CA01-98E4-E796-DFCF731E8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something isn’t on the PATH?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CD518-363A-E5B5-C00C-0B8AAB18A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09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D940C8-04DC-F0F4-7ADA-2AFE9ADEC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Environments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3E69D4-E667-FE19-4190-0EE4A93AC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60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92B841-00FE-6472-A864-20EA95ABB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Inspecting the virtual environment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F93302-32C4-FEEC-2499-AA23EAF89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to help manage “dependency hell”</a:t>
            </a:r>
          </a:p>
          <a:p>
            <a:r>
              <a:rPr lang="en-US" dirty="0"/>
              <a:t>Creates a folder inside your directory</a:t>
            </a:r>
          </a:p>
          <a:p>
            <a:r>
              <a:rPr lang="en-US" dirty="0"/>
              <a:t>Copies over executables and “site-packages”</a:t>
            </a:r>
          </a:p>
          <a:p>
            <a:r>
              <a:rPr lang="en-US" dirty="0"/>
              <a:t>Creates some scripts and </a:t>
            </a:r>
            <a:r>
              <a:rPr lang="en-US"/>
              <a:t>config for later use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2C367E-0637-B684-A1D4-93F30CD2F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6661" y="0"/>
            <a:ext cx="26153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732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C5B137-87D9-F90E-373F-0D20830C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 Code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1B2F9-7E33-6DB6-D348-00DFAAEC3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13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0193CF-D0CD-139F-AAB8-50CC580D2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…can get you in trouble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4C2BAC-A4AC-CD88-EDC8-E913F7DD9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721" y="4780219"/>
            <a:ext cx="2381582" cy="676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04D1BF-B09B-F946-4017-27DD18F2C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578" y="3429000"/>
            <a:ext cx="1390844" cy="8478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9C692B-F3ED-4948-DCD9-CDD87A515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05858"/>
            <a:ext cx="5830114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4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ED1BB6C-B7F3-A0B0-8821-6E33EA97F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29" y="0"/>
            <a:ext cx="11542542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A90951-69A3-7A19-A244-8185B041A692}"/>
              </a:ext>
            </a:extLst>
          </p:cNvPr>
          <p:cNvSpPr/>
          <p:nvPr/>
        </p:nvSpPr>
        <p:spPr>
          <a:xfrm>
            <a:off x="4247536" y="0"/>
            <a:ext cx="2340078" cy="8052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chemeClr val="bg1"/>
                </a:solidFill>
              </a:rPr>
              <a:t>Virtual Environment…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A78BFF-DC3A-1E9A-F3B5-E1EA75529DFC}"/>
              </a:ext>
            </a:extLst>
          </p:cNvPr>
          <p:cNvSpPr/>
          <p:nvPr/>
        </p:nvSpPr>
        <p:spPr>
          <a:xfrm>
            <a:off x="324729" y="5289755"/>
            <a:ext cx="4384923" cy="505378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US" dirty="0"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  <a:solidFill>
                  <a:schemeClr val="bg1"/>
                </a:solidFill>
              </a:rPr>
              <a:t>…PATH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C1BB3F-9236-5A34-5E38-B37C6D3B334F}"/>
              </a:ext>
            </a:extLst>
          </p:cNvPr>
          <p:cNvSpPr/>
          <p:nvPr/>
        </p:nvSpPr>
        <p:spPr>
          <a:xfrm>
            <a:off x="7202130" y="3672349"/>
            <a:ext cx="2340078" cy="42770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  <a:solidFill>
                  <a:schemeClr val="bg1"/>
                </a:solidFill>
              </a:rPr>
              <a:t>Active Interpreter…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8D67C9-BD69-3EEB-47DA-7B3552F03D52}"/>
              </a:ext>
            </a:extLst>
          </p:cNvPr>
          <p:cNvCxnSpPr/>
          <p:nvPr/>
        </p:nvCxnSpPr>
        <p:spPr>
          <a:xfrm flipH="1">
            <a:off x="6587614" y="3903406"/>
            <a:ext cx="599767" cy="1052052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B08FE43-87FE-8739-6C8C-694C692CC06F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8372169" y="186813"/>
            <a:ext cx="2686399" cy="3485536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D97D07-6555-6032-F844-374880D89903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8372169" y="4100052"/>
            <a:ext cx="2856270" cy="2571135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026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5105F-9F27-B238-93A4-7EDCB77D0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bonus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0DEA09-9627-D6CD-0C7C-5196473F5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7995" y="1690688"/>
            <a:ext cx="6516009" cy="14956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5017E6-A34C-D42B-3C57-36F8FEAEC98F}"/>
              </a:ext>
            </a:extLst>
          </p:cNvPr>
          <p:cNvSpPr txBox="1"/>
          <p:nvPr/>
        </p:nvSpPr>
        <p:spPr>
          <a:xfrm>
            <a:off x="721360" y="3429000"/>
            <a:ext cx="10901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this example, the first command (“python –m </a:t>
            </a:r>
            <a:r>
              <a:rPr lang="en-US" dirty="0" err="1"/>
              <a:t>venv</a:t>
            </a:r>
            <a:r>
              <a:rPr lang="en-US" dirty="0"/>
              <a:t> .</a:t>
            </a:r>
            <a:r>
              <a:rPr lang="en-US" dirty="0" err="1"/>
              <a:t>venv</a:t>
            </a:r>
            <a:r>
              <a:rPr lang="en-US" dirty="0"/>
              <a:t>”) creates a virtual environment with the version of python that is first found on the PATH.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32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132</Words>
  <Application>Microsoft Office PowerPoint</Application>
  <PresentationFormat>Widescreen</PresentationFormat>
  <Paragraphs>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Executables and Paths</vt:lpstr>
      <vt:lpstr>What is an Executable?</vt:lpstr>
      <vt:lpstr>How do we run Executables?</vt:lpstr>
      <vt:lpstr>Where are executables located?</vt:lpstr>
      <vt:lpstr>How are executables found?</vt:lpstr>
      <vt:lpstr>The PATH variable</vt:lpstr>
      <vt:lpstr>Inspecting the PATH</vt:lpstr>
      <vt:lpstr>What if something isn’t on the PATH?</vt:lpstr>
      <vt:lpstr>Virtual Environments</vt:lpstr>
      <vt:lpstr>Inspecting the virtual environment</vt:lpstr>
      <vt:lpstr>VS Code</vt:lpstr>
      <vt:lpstr>…can get you in trouble</vt:lpstr>
      <vt:lpstr>PowerPoint Presentation</vt:lpstr>
      <vt:lpstr>A bonus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30</cp:revision>
  <dcterms:created xsi:type="dcterms:W3CDTF">2025-09-17T14:29:17Z</dcterms:created>
  <dcterms:modified xsi:type="dcterms:W3CDTF">2025-09-17T15:17:38Z</dcterms:modified>
</cp:coreProperties>
</file>